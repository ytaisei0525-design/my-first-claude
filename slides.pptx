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39</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39</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39</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39</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39</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39</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39</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 n &lt; 1</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39</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39</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39</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39</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39</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39</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17 / 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39</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39</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39</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39</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39</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27 / 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39</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39</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39</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7261360"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S5/S7</a:t>
            </a:r>
          </a:p>
        </p:txBody>
      </p:sp>
      <p:sp>
        <p:nvSpPr>
          <p:cNvPr id="30" name="TextBox 29"/>
          <p:cNvSpPr txBox="1"/>
          <p:nvPr/>
        </p:nvSpPr>
        <p:spPr>
          <a:xfrm>
            <a:off x="4564575" y="2487168"/>
            <a:ext cx="7261360"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726136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熟成に伴う弾性率・粘度の変化（Day 1 vs Day 455）</a:t>
            </a:r>
          </a:p>
        </p:txBody>
      </p:sp>
      <p:sp>
        <p:nvSpPr>
          <p:cNvPr id="32" name="Rounded Rectangle 31"/>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5" name="TextBox 34"/>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35 / 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39</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39</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39</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39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