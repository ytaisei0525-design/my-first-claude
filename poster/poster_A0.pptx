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352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352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8856000"/>
            <a:ext cx="9780000" cy="360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材料合成・インジェクタブル特性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8000" y="8856000"/>
            <a:ext cx="9780000" cy="36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In vitro 生体適合性評価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208000" y="8856000"/>
            <a:ext cx="9780000" cy="360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0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実用性評価 (In vitro / In vivo)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9360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9360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9720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10692000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10692000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00" y="20004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" y="2000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4000" y="200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自己修復性 (レオロジー)〔目玉〕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000" y="20364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・せん断除去で G′ が即座に回復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・元の強固なゲル構造へ再構築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・複数サイクルで再現性よく回復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6000" y="21336000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6000" y="21336000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ステップ歪みサイクル (G′/G″)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30648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" y="3064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4000" y="3064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シアシニング性 (レオロジー)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000" y="31008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・高せん断でゲルが流動化(ゾル化)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・粘度が急低下 → 注射針を通過可能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 G′&lt;G″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6000" y="31979999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6000" y="31979999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せん断速度-粘度 / 大歪での G′低下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48000" y="9360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8000" y="9360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8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④ In vitro 安全性｜Live/Dead〔新〕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2000" y="9720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・D1細胞を3次元ゲル内に包埋し培養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・1/5/9日とも死細胞はほぼ観察されず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・溶解後も毒性なし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化学架橋剤なしで高い細胞生存率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56000" y="11052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56000" y="11052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Live/Dead 蛍光像
(PG3-1 / PG4-025 / PG4-0125 ×1・5・9日)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248000" y="25326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48000" y="25326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4000" y="25326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⑤ In vitro 分解性〔新〕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02000" y="25686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PBS中の重量変化で分解を評価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PG4-0125:4日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・世代・混合比で滞留期間を制御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数日〜数週間で任意に制御可能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56000" y="27018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56000" y="27018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 (重量比 vs 時間)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208000" y="9360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208000" y="9360000"/>
            <a:ext cx="9780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24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⑥ 注入試験 (In vitro &amp; In vivo)〔新〕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262000" y="9720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・in vitro: 赤色化ゲルをシリンジ吐出→即ゲル化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・in vivo: マウス背部皮下へ注入(0.25 mL)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・抵抗なく注入→局所にドーム状デポを形成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先生と共同研究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316000" y="11052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16000" y="11052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注入写真 / in vivo マウス皮下デポ写真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208000" y="25326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08000" y="25326000"/>
            <a:ext cx="9780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244000" y="25326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⑦ In vivo 分解試験 (H&amp;E染色)〔要データ〕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262000" y="25686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・皮下デポの経時的な分解・吸収を評価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・H&amp;E染色で組織反応・分解挙動を観察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・(生分解性・生体適合性を組織学的に確認)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※元データは別途ご提供をお願いします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316000" y="27018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316000" y="27018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H&amp;E染色 組織像 (経時)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88000" y="41292000"/>
            <a:ext cx="29700000" cy="1224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96000" y="41364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6000" y="42012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