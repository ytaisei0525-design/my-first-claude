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Comparison with Existing Products: Only WEG Meets Every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120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WEG (PP hydrogel) simultaneously satisfies requirements that water, commercial WEG, and Phos-Chek each meet only partially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65176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572768"/>
            <a:ext cx="2432304" cy="868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Product ＼ Requirement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72384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Long flame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79203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4067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Protects after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drying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0886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5750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Sprayable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569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433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Low environ.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64252" y="1572768"/>
            <a:ext cx="1761683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19116" y="1618488"/>
            <a:ext cx="1651955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Forms foam /</a:t>
            </a:r>
          </a:p>
          <a:p>
            <a:pPr algn="ctr"/>
            <a:r>
              <a:rPr sz="1120" b="1" i="0">
                <a:solidFill>
                  <a:srgbClr val="FFFFFF"/>
                </a:solidFill>
                <a:latin typeface="Arial"/>
              </a:rPr>
              <a:t>insulating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41448"/>
            <a:ext cx="2651760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441448"/>
            <a:ext cx="54864" cy="60350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441448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1E293B"/>
                </a:solidFill>
                <a:latin typeface="Arial"/>
              </a:rPr>
              <a:t>WEG (this work)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0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9203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9203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0886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0886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02569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2569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64252" y="2441448"/>
            <a:ext cx="1761683" cy="603504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4252" y="2441448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044952"/>
            <a:ext cx="26517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044952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17520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79203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79203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0886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40886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02569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569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64252" y="3044952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64252" y="3044952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3648456"/>
            <a:ext cx="2651760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648456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17520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79203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79203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40886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0886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2569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02569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64252" y="3648456"/>
            <a:ext cx="1761683" cy="60350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64252" y="3648456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251960"/>
            <a:ext cx="26517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251960"/>
            <a:ext cx="2377440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17520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9203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79203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40886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40886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02569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02569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64252" y="4251960"/>
            <a:ext cx="1761683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064252" y="4251960"/>
            <a:ext cx="1761683" cy="6035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323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excellent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600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347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capable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0624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5371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limited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26480" y="5001768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73952" y="500176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not feasible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Conclusions: Core Mechanism and Four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Core mechanism: the gel "self-transforms" upon flame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243584"/>
            <a:ext cx="354573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Water evaporates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vaporises water in the gel (endothermic)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suppresses substrate 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498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243584"/>
            <a:ext cx="354573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7570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7570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CSP sinters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under heat,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forming inter-particle necks (bridges)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8716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0196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196" y="1243584"/>
            <a:ext cx="354573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Aerogel insulation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4788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 porous silica aerogel forms in situ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insulates the substrate even after drying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0837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Four key outcomes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374136"/>
            <a:ext cx="54864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3–6×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protection time vs 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2807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62807" y="3374136"/>
            <a:ext cx="54864" cy="1188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45687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Self-forming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5687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aerogel insulation in situ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9855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855" y="3374136"/>
            <a:ext cx="54864" cy="1188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2735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compatible with existing infra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6903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56903" y="3374136"/>
            <a:ext cx="54864" cy="1188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783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Sustainable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783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cellulose-based, safe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76402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6402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76402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