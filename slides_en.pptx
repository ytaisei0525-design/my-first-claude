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Power-law n &lt; 1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n &lt;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Flow index n &lt; 1 — reduced viscosity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&lt;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Strong shear-thinning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Low Power-law Index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≪ 1)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Effect on Rheology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Adding SDS to HEC+MC/CSP gels changes properties concentration-dependently — optimized at 0.1 wt% (G'=58.2 Pa), softened at 0.5 wt% (G'=33.8 Pa)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3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8143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143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8143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8143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concentration (0.05 Pa reference line)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236208"/>
            <a:ext cx="11460175" cy="402336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6236208"/>
            <a:ext cx="73152" cy="40233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236208"/>
            <a:ext cx="219456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6236208"/>
            <a:ext cx="9357055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SDS 0.1 wt% is optimal: maximum G' (58.2 Pa), minimum tan δ (0.193), shear thinning maintained — directly governs foam structure control in subsequent slides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39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41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