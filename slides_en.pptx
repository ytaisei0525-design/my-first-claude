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497433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33856"/>
            <a:ext cx="3283610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865376"/>
            <a:ext cx="328361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1168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23113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4320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96265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493008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712464"/>
            <a:ext cx="3283610" cy="19568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2874" y="859536"/>
            <a:ext cx="3685946" cy="497433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4042" y="1133856"/>
            <a:ext cx="3283610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4042" y="1865376"/>
            <a:ext cx="328361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4042" y="201168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4042" y="223113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4042" y="274320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4042" y="296265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4042" y="3493008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4042" y="3712464"/>
            <a:ext cx="3283610" cy="19568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9988" y="859536"/>
            <a:ext cx="3685946" cy="4974336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41156" y="1133856"/>
            <a:ext cx="3283610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41156" y="1865376"/>
            <a:ext cx="3283610" cy="13716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1156" y="201168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1156" y="223113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1156" y="274320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1156" y="296265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1156" y="3493008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1156" y="3712464"/>
            <a:ext cx="3283610" cy="19568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5998464"/>
            <a:ext cx="11460175" cy="4754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5998464"/>
            <a:ext cx="54864" cy="4754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998464"/>
            <a:ext cx="365760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998464"/>
            <a:ext cx="107743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n &lt;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Flow index n &lt; 1 — reduced viscosity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&lt;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Strong shear-thinning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Contact angle on wood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Contact Angle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Evaluated on wood, concrete, metal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WEG: low contact angle → wettability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HEC+MC: high affinity to wood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849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849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retention on vertical substrate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849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849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Vertical Adhesion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849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65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Applied to vertical substrate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849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965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G' ≫ G'' → no run-off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849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965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Retention ≥ AquaGel-K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122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122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122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Nozzle spraying in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122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122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Spray Suitability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122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238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drops under high shear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122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38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Recovers high viscosity on landing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122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238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Compatible with existing nozzles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760" y="5980176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5980176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980176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980176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17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7261360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S5/S7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726136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72613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Change in modulus / viscosity with aging (Day 1 vs Day 455)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35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39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