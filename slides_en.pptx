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Viscosity drops at high shear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(viscosity drops)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 — fluidizes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(dynamic, HB fit)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Viscosity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Low at high shear → recovers at 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Dynamic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(HB fit)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Shear-thinning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Viscoelasticity &amp; Shear-Thinning (Fig. 2a–c)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G' / G'' (viscoelasticity at rest)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Shear rate vs viscosity (shear-thinning)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261104"/>
            <a:ext cx="54864" cy="91440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4A7C8C"/>
                </a:solidFill>
                <a:latin typeface="Arial"/>
              </a:rPr>
              <a:t>At rest: G' &gt; G'' → solid-like (gel)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Low frequency dependence, stable network → does not flow off after application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575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5575" y="4261104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3B5174"/>
                </a:solidFill>
                <a:latin typeface="Arial"/>
              </a:rPr>
              <a:t>Under high shear: viscosity drops sharply (shear-thinning)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High shear through the nozzle lowers viscosity → enables spray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4009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40096"/>
            <a:ext cx="54864" cy="5120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4009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at rest (no dripping) + low viscosity when sprayed (deliverable) — the basis of spray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Static &amp; Dynamic Yield Stress vs AquaGel-K (Fig. 2d, S3)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flow. Evaluated as static (onset = adhesion) and dynamic (maintain = spraying)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Fig.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20040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Amplitude sweep: G'/G'' crossover (static yield stress)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30098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0098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via HB fit (bar chart)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(onset = adhesion)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206654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an amplitude (LAOS) sweep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237744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WEG shows higher static yield stress than AquaGel-K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reluctant to flow off vertical/elevated fuel surfaces, adheres strongly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 (maintain = spraying)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HB-model fit of the flow sweep (100→0.01 s⁻¹) (2d)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Orders of magnitude above AquaGel-K (0.05 Pa reference line)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sprayable within pump pressure yet resistant to flowing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For both static and dynamic yield stress, WEG greatly exceeds commercial AquaGel-K. Their small difference (weak thixotropy) lets the network re-form instantly, maintaining adhesion self-healingly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(low viscosity at high shear)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Effect on Rheology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Adding SDS to HEC+MC/CSP gels changes properties concentration-dependently — optimized at 0.1 wt% (G'=58.2 Pa), softened at 0.5 wt% (G'=33.8 Pa)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143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8143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concentration (0.05 Pa reference line)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236208"/>
            <a:ext cx="11460175" cy="402336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6236208"/>
            <a:ext cx="73152" cy="40233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36208"/>
            <a:ext cx="219456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6236208"/>
            <a:ext cx="9357055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SDS 0.1 wt% is optimal: maximum G' (58.2 Pa), minimum tan δ (0.193), shear thinning maintained — directly governs foam structure control in subsequent slides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demonstrated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