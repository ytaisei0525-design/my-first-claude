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1097280"/>
            <a:ext cx="640080" cy="23774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097280"/>
            <a:ext cx="640080" cy="23774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298448"/>
            <a:ext cx="3320186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AAB4C0"/>
                </a:solidFill>
                <a:latin typeface="Arial"/>
              </a:rPr>
              <a:t>Aerial drop of red retardant slurry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08906" y="1097280"/>
            <a:ext cx="640080" cy="23774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8906" y="1097280"/>
            <a:ext cx="640080" cy="23774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5754" y="1298448"/>
            <a:ext cx="3320186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AAB4C0"/>
                </a:solidFill>
                <a:latin typeface="Arial"/>
              </a:rPr>
              <a:t>Foam discharge from a fire hose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96020" y="1097280"/>
            <a:ext cx="640080" cy="23774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6020" y="1097280"/>
            <a:ext cx="640080" cy="23774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2868" y="1298448"/>
            <a:ext cx="3320186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AAB4C0"/>
                </a:solidFill>
                <a:latin typeface="Arial"/>
              </a:rPr>
              <a:t>Pre-applied gel coating on homes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n &lt;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Flow index n &lt; 1 — reduced viscosity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&lt;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Strong shear-thinning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Contact angle on wood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Contact 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Evaluated on wood, concrete, metal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WEG: low contact angle → wettability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HEC+MC: high affinity to wood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849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849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retention on vertical substrate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849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849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Vertical Adhesion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849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65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Applied to vertical substrate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849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965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G' ≫ G'' → no run-off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849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965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Retention ≥ AquaGel-K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122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122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Nozzle spraying in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122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Spray Suitability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122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238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drops under high shear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122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38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Recovers high viscosity on landing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122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238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Compatible with existing nozzles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980176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5980176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980176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980176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7261360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S5/S7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726136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72613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Change in modulus / viscosity with aging (Day 1 vs Day 455)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