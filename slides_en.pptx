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Power-law n &lt; 1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n &lt;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Flow index n &lt; 1 — reduced viscosity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&lt;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Strong shear-thinning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Low Power-law Index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≪ 1)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Effect on Rheology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Adding SDS to HEC+MC/CSP gels changes properties concentration-dependently — optimized at 0.1 wt% (G'=58.2 Pa), softened at 0.5 wt% (G'=33.8 Pa)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3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8143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143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8143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8143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concentration (0.05 Pa reference line)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236208"/>
            <a:ext cx="11460175" cy="402336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6236208"/>
            <a:ext cx="73152" cy="40233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236208"/>
            <a:ext cx="219456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6236208"/>
            <a:ext cx="9357055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SDS 0.1 wt% is optimal: maximum G' (58.2 Pa), minimum tan δ (0.193), shear thinning maintained — directly governs foam structure control in subsequent slides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MHEC Advantages: Long-term Stability and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54864" cy="25603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① Gentle aging behavior (SI Fig. S7)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54191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Yield stress change: Day 1 → Day 455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6420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 / CSP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3852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38528"/>
            <a:ext cx="1800705" cy="201168"/>
          </a:xfrm>
          <a:prstGeom prst="roundRect">
            <a:avLst>
              <a:gd name="adj" fmla="val 4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9073" y="186537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+38 %</a:t>
            </a:r>
          </a:p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(3.31 → 4.56 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 / CSP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3239" y="268833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+107 %</a:t>
            </a:r>
          </a:p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(33.3 → 68.9 Pa)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01568"/>
            <a:ext cx="5419191" cy="822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016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11296"/>
            <a:ext cx="5181447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MHEC system remains primarily noncovalent → properties stable over 1+ year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(HEC+MC system undergoes Si–O covalent condensation → stiffness increases)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23631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64748B"/>
                </a:solidFill>
                <a:latin typeface="Arial"/>
              </a:rPr>
              <a:t>Source: SI Fig. S7 (flow sweep · HB model fit)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47872"/>
            <a:ext cx="5602071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41919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A7C8C"/>
                </a:solidFill>
                <a:latin typeface="Arial"/>
              </a:rPr>
              <a:t>Why stable: Si–O covalent condensation is suppressed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50208"/>
            <a:ext cx="541919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In HEC+MC/CSP, Si–O condensation between CSP and polymer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progresses over time, increasing stiffness. In MHEC/CSP,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this condensation is suppressed, giving gentle property drift.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863" y="859536"/>
            <a:ext cx="54864" cy="384048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② Manufacturing cost &amp; quality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303" y="1335024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1444752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Single polymer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1607" y="1737360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need to source and blend HEC + MC separately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Fewer raw material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15303" y="2304288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2414016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Simplified formulation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706624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mixing ratio tuning or homogenization of 2 components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Reduced batch-to-batch variability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5303" y="3273552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3383280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Lower QC burden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675888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raw material specification to manage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Cost advantage becomes clear at scale-up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303" y="4242816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7" y="4352544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Logistics /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4645152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material to store and transport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Streamlined supply chain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925312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925312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925312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925312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Note: No quantitative cost comparison data is reported in this paper. MHEC's advantage is based on its single-polymer nature and measured aging stability (SI Fig. S7).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42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