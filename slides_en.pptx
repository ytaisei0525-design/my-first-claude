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Two Yield Stresses — Static (Adhesion) &amp; Dynamic (Spraying)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 of the gel. Evaluated with two definitions (Fig. 2c–d, S3)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Steady-shear flow sweep → dynamic yield stress via HB 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("absolute" yield stress)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9014" y="2066544"/>
            <a:ext cx="6437193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 large-amplitude oscillatory shear (LAOS)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9014" y="2505456"/>
            <a:ext cx="6437193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Meaning: stress to initiate flow (start deforming)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Higher = stronger adhesion to vertical/elevated fuel surfaces, reluctant to 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fit flow sweep (100→0.01 s⁻¹) to the Herschel–Bulkley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Meaning: stress to maintain flow → moderate value enables spraying within pump-pressure limits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Measured (fresh): HEC+MC/CSP 33.34 Pa / MHEC/CSP 3.31 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The key to deployability: high static yield stress (adhesion) + moderate dynamic yield stress (spraying). Adding surfactant (SDS) lowers both, affecting adhesion and stability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