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3200400"/>
            <a:ext cx="10360152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プレゼンテーションタイトル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D6E8F7"/>
                </a:solidFill>
              </a:rPr>
              <a:t>サブタイトル・概要を入力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8F7"/>
                </a:solidFill>
              </a:rPr>
              <a:t>発表者名　　|　　2026年5月22日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5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目次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5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640080" cy="6400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67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96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C1C1C"/>
                </a:solidFill>
              </a:rPr>
              <a:t>はじめに・背景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23160"/>
            <a:ext cx="10515600" cy="18288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743200"/>
            <a:ext cx="640080" cy="6400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94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794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C1C1C"/>
                </a:solidFill>
              </a:rPr>
              <a:t>課題・目的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520440"/>
            <a:ext cx="10515600" cy="18288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840480"/>
            <a:ext cx="640080" cy="6400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912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891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C1C1C"/>
                </a:solidFill>
              </a:rPr>
              <a:t>提案・解決策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617720"/>
            <a:ext cx="10515600" cy="18288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937759"/>
            <a:ext cx="640080" cy="6400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98855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98855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C1C1C"/>
                </a:solidFill>
              </a:rPr>
              <a:t>まとめ・今後の展開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5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5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スライドタイトルをここに入力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D6E8F7"/>
                </a:solidFill>
              </a:rPr>
              <a:t>3 / 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109728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1C1C"/>
                </a:solidFill>
              </a:rPr>
              <a:t>ここに箇条書き項目を入力します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51760"/>
            <a:ext cx="109728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1C1C"/>
                </a:solidFill>
              </a:rPr>
              <a:t>2つ目の要点をここに記載します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657600"/>
            <a:ext cx="109728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747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1C1C"/>
                </a:solidFill>
              </a:rPr>
              <a:t>3つ目の要点をここに記載します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88952" cy="36576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社名 / チーム名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058400" cy="457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6E8F7"/>
                </a:solidFill>
              </a:rPr>
              <a:t>まとめ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ここに締めのメッセージを入力してください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474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6E8F7"/>
                </a:solidFill>
              </a:rPr>
              <a:t>✓  重要なポイント 1：〇〇〇〇〇〇〇〇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069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6E8F7"/>
                </a:solidFill>
              </a:rPr>
              <a:t>✓  重要なポイント 2：〇〇〇〇〇〇〇〇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6634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6E8F7"/>
                </a:solidFill>
              </a:rPr>
              <a:t>✓  重要なポイント 3：〇〇〇〇〇〇〇〇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035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8F7"/>
                </a:solidFill>
              </a:rPr>
              <a:t>ご清聴ありがとうございました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